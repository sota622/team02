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2" autoAdjust="0"/>
    <p:restoredTop sz="94660"/>
  </p:normalViewPr>
  <p:slideViewPr>
    <p:cSldViewPr snapToGrid="0">
      <p:cViewPr>
        <p:scale>
          <a:sx n="50" d="100"/>
          <a:sy n="50" d="100"/>
        </p:scale>
        <p:origin x="-139" y="5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CF6F910-EE89-DD85-69D3-E32465A1F1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4EA4CF2-83B0-262F-482E-E5FE1FDCBF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5B584CD-1349-1EF7-E351-493D6DCEF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83BD1-81E8-4EE9-9A04-5E509B6CC015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EA86300-32A4-B8B7-E040-CA3113EB6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4A5059F-778F-13D8-F91E-448A82210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861B2-F450-42CF-9291-854AC56E72C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33386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4A1DC74-E170-D0F5-46D6-EEBE056A0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8BA6BF7-C7F7-81B5-312F-F32BB58653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A235784-2A01-4602-5A3F-19D91D053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83BD1-81E8-4EE9-9A04-5E509B6CC015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69DA28A-BF74-CD7E-9785-2AF0936C3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457D3C6-50E9-246F-CC0D-893C061A0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861B2-F450-42CF-9291-854AC56E72C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96889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7DA7ACD-150D-31F8-46AC-41A205F78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D8823A4-6DFF-2C18-05A1-818E1CB22A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3E03759-B298-96B8-572C-DB0EA4455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83BD1-81E8-4EE9-9A04-5E509B6CC015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301E785-86AD-4E96-10A9-8F5473966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E2F7768-A68E-EB7E-90A7-F00094409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861B2-F450-42CF-9291-854AC56E72C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56217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DA7146C-132D-5976-0BB0-4FC4E7010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005275B-B1EF-9657-DA93-87C10AFAFB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F4E95BD-68C0-D38F-7435-98EC82DF43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50025C2-4628-9439-1CC2-FB2A76B5F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83BD1-81E8-4EE9-9A04-5E509B6CC015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59B22B8-9E78-A738-587D-3FAF17DA0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1181619-4ECA-AD4C-6887-6CCAC8A42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861B2-F450-42CF-9291-854AC56E72C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664979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3341D1-70F2-2F2A-AA33-F96994B4A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8057736-A060-672E-AA6E-D22BC29A4E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0FD7387-7C27-83EA-BD17-69C5BFD206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9CF14725-D7B9-5704-020D-04E96A9C4A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637FEE99-1D34-58A0-AF8C-673B8E3DC0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40418BA6-5B9E-ACE6-3572-B46C8813B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83BD1-81E8-4EE9-9A04-5E509B6CC015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CE7DCEB4-F394-BB87-4A65-E6DF6080D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A8F8B04A-9788-7CF2-AD16-1AB1071A9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861B2-F450-42CF-9291-854AC56E72C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681028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E1FE954-1A32-9431-A84A-09BC07EBC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621AA11-0B51-47C7-0F62-B1331608A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83BD1-81E8-4EE9-9A04-5E509B6CC015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C1BDC57-B50D-4CCC-259E-128B10BA3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73E5EFE-3566-B9CF-799E-AC09CB633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861B2-F450-42CF-9291-854AC56E72C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024265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B4171052-7C71-A1DC-FB87-430EC7082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83BD1-81E8-4EE9-9A04-5E509B6CC015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56DD408B-7BC6-5CC8-58B6-5F912BF18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A324345-A1C0-3A4B-A2B9-E258460E4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861B2-F450-42CF-9291-854AC56E72C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31036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83010DF-718A-4227-B8F1-7D1A66218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03F970E-DD45-AD67-ED2D-B29419C224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F7C9031-74E3-0F0C-8DE1-095E2C155A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044B1D3-4F70-FBC5-1EFB-22ABE24C3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83BD1-81E8-4EE9-9A04-5E509B6CC015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D68DD58-915E-4104-C573-FAF23AE81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99DA173-FF0D-E9BF-5B85-46CC1447A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861B2-F450-42CF-9291-854AC56E72C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44430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EACAEF3-F527-0111-1B68-FDE14A140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D8781CC6-EE9B-C54F-5563-B437B1A45A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C30EE0C-BECA-3996-491A-068FEDE824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CDD4CEE-C47A-17A7-904B-46CAD1E88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83BD1-81E8-4EE9-9A04-5E509B6CC015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ADF9B26-0977-71C4-58CD-62FA86248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E79D2F5-B460-4659-7B49-14C2418F2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861B2-F450-42CF-9291-854AC56E72C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7634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D6BBE0-E35B-4207-6A2C-F298C340D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86AE10E-BD62-0D70-20D5-24826E58E0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EF0B6B1-8CE2-1727-EB0F-3CE246B36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83BD1-81E8-4EE9-9A04-5E509B6CC015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0C8F88E-1C97-41D1-4075-EAA74DB96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B558E91-9FC0-FB89-7651-7215F0DC0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861B2-F450-42CF-9291-854AC56E72C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717472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611632B5-93EA-D909-59B6-0EFEC60958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984123C-E3C6-02A0-E504-77184AB30C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C3C412C-7229-347F-B612-079B9D57D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83BD1-81E8-4EE9-9A04-5E509B6CC015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4648467-1B12-472F-C32F-F30FD9B75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8D91476-DE40-3C4C-301F-080321A57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861B2-F450-42CF-9291-854AC56E72C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64143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0C8C8E61-4E15-0C14-6E98-B36A617F2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0CD4722-F993-5B60-A3BC-6661250B50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B22346C-2ED6-3007-B0BD-FF89F30195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F83BD1-81E8-4EE9-9A04-5E509B6CC015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A4A05DC-BB13-5190-F6F9-506BA50B9A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A3E77E2-817D-CE76-47B4-F521B0E6C3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9861B2-F450-42CF-9291-854AC56E72C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25991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 descr="ごみ捨てマナー】家庭ごみ持込禁止の張り紙・無料Excelテンプレート～Ａ４・ヨコ・イラスト・お願い～ | Plusプロジェクトマネージャーオフィシャルページ">
            <a:extLst>
              <a:ext uri="{FF2B5EF4-FFF2-40B4-BE49-F238E27FC236}">
                <a16:creationId xmlns:a16="http://schemas.microsoft.com/office/drawing/2014/main" id="{96E17725-1523-572A-26ED-A5C412DE7E0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66" t="42371" r="62909" b="6397"/>
          <a:stretch>
            <a:fillRect/>
          </a:stretch>
        </p:blipFill>
        <p:spPr>
          <a:xfrm>
            <a:off x="245348" y="2181394"/>
            <a:ext cx="3394261" cy="3122125"/>
          </a:xfrm>
          <a:prstGeom prst="rect">
            <a:avLst/>
          </a:prstGeom>
        </p:spPr>
      </p:pic>
      <p:sp>
        <p:nvSpPr>
          <p:cNvPr id="3" name="字幕 2">
            <a:extLst>
              <a:ext uri="{FF2B5EF4-FFF2-40B4-BE49-F238E27FC236}">
                <a16:creationId xmlns:a16="http://schemas.microsoft.com/office/drawing/2014/main" id="{8C9E962B-2CCE-D907-7A53-8B42DB92F6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268" y="2628754"/>
            <a:ext cx="6918424" cy="1600491"/>
          </a:xfrm>
        </p:spPr>
        <p:txBody>
          <a:bodyPr>
            <a:normAutofit/>
          </a:bodyPr>
          <a:lstStyle/>
          <a:p>
            <a:pPr algn="l"/>
            <a:r>
              <a:rPr kumimoji="1" lang="ja-JP" altLang="en-US" sz="2800" dirty="0">
                <a:latin typeface="BIZ UD明朝 Medium" panose="02020500000000000000" pitchFamily="17" charset="-128"/>
                <a:ea typeface="BIZ UD明朝 Medium" panose="02020500000000000000" pitchFamily="17" charset="-128"/>
              </a:rPr>
              <a:t>ご家庭から出るごみ類はお住まいの地域に定められたルールに基づき各自での処理をお願いします。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0E673A47-68EF-22A5-9702-91383FA50FF0}"/>
              </a:ext>
            </a:extLst>
          </p:cNvPr>
          <p:cNvSpPr/>
          <p:nvPr/>
        </p:nvSpPr>
        <p:spPr>
          <a:xfrm>
            <a:off x="4966383" y="4517894"/>
            <a:ext cx="2259234" cy="92101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スタート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9AE73638-D48E-1F90-C809-E31721B72F19}"/>
              </a:ext>
            </a:extLst>
          </p:cNvPr>
          <p:cNvSpPr/>
          <p:nvPr/>
        </p:nvSpPr>
        <p:spPr>
          <a:xfrm>
            <a:off x="2103350" y="502613"/>
            <a:ext cx="8427490" cy="1600491"/>
          </a:xfrm>
          <a:prstGeom prst="rect">
            <a:avLst/>
          </a:prstGeom>
          <a:solidFill>
            <a:srgbClr val="FFFF00"/>
          </a:solidFill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0000" tIns="90000" rIns="90000" bIns="90000" rtlCol="0" anchor="ctr">
            <a:normAutofit/>
          </a:bodyPr>
          <a:lstStyle/>
          <a:p>
            <a:pPr algn="ctr"/>
            <a:r>
              <a:rPr lang="ja-JP" altLang="en-US" sz="5400" b="1" dirty="0">
                <a:solidFill>
                  <a:schemeClr val="tx1"/>
                </a:solidFill>
              </a:rPr>
              <a:t>家庭ごみ持込禁止</a:t>
            </a:r>
            <a:endParaRPr kumimoji="1" lang="ja-JP" altLang="en-US" sz="5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66230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26</Words>
  <Application>Microsoft Office PowerPoint</Application>
  <PresentationFormat>ワイド画面</PresentationFormat>
  <Paragraphs>3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BIZ UD明朝 Medium</vt:lpstr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ABE Kamui</dc:creator>
  <cp:lastModifiedBy>ABE Kamui</cp:lastModifiedBy>
  <cp:revision>2</cp:revision>
  <dcterms:created xsi:type="dcterms:W3CDTF">2026-07-01T02:49:01Z</dcterms:created>
  <dcterms:modified xsi:type="dcterms:W3CDTF">2026-07-01T04:02:42Z</dcterms:modified>
</cp:coreProperties>
</file>